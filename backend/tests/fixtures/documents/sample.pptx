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SG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SG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413256-5B31-43A3-9FCD-6A2B4716D2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SG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SG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SG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SG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SG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SG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SG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SG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SG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SG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SG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SG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SG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SG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SG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SG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SG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SG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SG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SG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SG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SG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SG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SG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SG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S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S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SG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S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S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SG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S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39F23BC-8BC0-4B92-A484-DEE42E18B7A6}" type="slidenum">
              <a:rPr lang="en-SG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SG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0" y="0"/>
            <a:ext cx="360" cy="137016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SG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Hello</a:t>
            </a:r>
            <a:endParaRPr lang="en-SG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LibreOffice_project/e34ffb33db0c92181c79084d759a90d6bf45d9b3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en-SG</dc:language>
  <cp:lastModifiedBy/>
  <cp:revision>0</cp:revision>
  <dc:subject/>
  <dc:title/>
</cp:coreProperties>
</file>